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3716000" cy="6400800"/>
  <p:notesSz cx="640080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8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7086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46304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Sectoral Cyber Analysis Automation — Controlled Production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320" y="658368"/>
            <a:ext cx="11155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approved input should produce a repeatable, evidence-led sector deck for Senior Corporate Officers — with traceable sources and controlled delivery.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2743200" cy="0"/>
          </a:xfrm>
          <a:prstGeom prst="line">
            <a:avLst/>
          </a:prstGeom>
          <a:noFill/>
          <a:ln w="1270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127248" y="98755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PROCESS FOR EACH SECTOR DECK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001000" y="1078992"/>
            <a:ext cx="1143000" cy="0"/>
          </a:xfrm>
          <a:prstGeom prst="line">
            <a:avLst/>
          </a:prstGeom>
          <a:noFill/>
          <a:ln w="1270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737360" y="2587752"/>
            <a:ext cx="82296" cy="0"/>
          </a:xfrm>
          <a:prstGeom prst="line">
            <a:avLst/>
          </a:prstGeom>
          <a:noFill/>
          <a:ln w="20320">
            <a:solidFill>
              <a:srgbClr val="006B3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346704" y="2587752"/>
            <a:ext cx="82296" cy="0"/>
          </a:xfrm>
          <a:prstGeom prst="line">
            <a:avLst/>
          </a:prstGeom>
          <a:noFill/>
          <a:ln w="20320">
            <a:solidFill>
              <a:srgbClr val="006B3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956048" y="2587752"/>
            <a:ext cx="82296" cy="0"/>
          </a:xfrm>
          <a:prstGeom prst="line">
            <a:avLst/>
          </a:prstGeom>
          <a:noFill/>
          <a:ln w="20320">
            <a:solidFill>
              <a:srgbClr val="006B3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565392" y="2587752"/>
            <a:ext cx="82296" cy="0"/>
          </a:xfrm>
          <a:prstGeom prst="line">
            <a:avLst/>
          </a:prstGeom>
          <a:noFill/>
          <a:ln w="20320">
            <a:solidFill>
              <a:srgbClr val="006B3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8174736" y="2587752"/>
            <a:ext cx="82296" cy="0"/>
          </a:xfrm>
          <a:prstGeom prst="line">
            <a:avLst/>
          </a:prstGeom>
          <a:noFill/>
          <a:ln w="20320">
            <a:solidFill>
              <a:srgbClr val="B67A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74320" y="1371600"/>
            <a:ext cx="1417320" cy="24231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4605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84048" y="1481328"/>
            <a:ext cx="329184" cy="329184"/>
          </a:xfrm>
          <a:prstGeom prst="ellipse">
            <a:avLst/>
          </a:prstGeom>
          <a:solidFill>
            <a:srgbClr val="006B3F"/>
          </a:solidFill>
          <a:ln w="1016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84048" y="151790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2668" y="1874520"/>
            <a:ext cx="420624" cy="420624"/>
          </a:xfrm>
          <a:prstGeom prst="ellipse">
            <a:avLst/>
          </a:prstGeom>
          <a:solidFill>
            <a:srgbClr val="F1F7F3"/>
          </a:solidFill>
          <a:ln w="1016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72668" y="193852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" y="2359152"/>
            <a:ext cx="112471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input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21208" y="2761488"/>
            <a:ext cx="923544" cy="0"/>
          </a:xfrm>
          <a:prstGeom prst="line">
            <a:avLst/>
          </a:prstGeom>
          <a:noFill/>
          <a:ln w="1016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38912" y="2880360"/>
            <a:ext cx="1088136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83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Sector, reporting period, scope and accountable owner are captured before execution.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1883664" y="1371600"/>
            <a:ext cx="1417320" cy="24231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4605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1993392" y="1481328"/>
            <a:ext cx="329184" cy="329184"/>
          </a:xfrm>
          <a:prstGeom prst="ellipse">
            <a:avLst/>
          </a:prstGeom>
          <a:solidFill>
            <a:srgbClr val="006B3F"/>
          </a:solidFill>
          <a:ln w="1016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993392" y="151790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382012" y="1874520"/>
            <a:ext cx="420624" cy="420624"/>
          </a:xfrm>
          <a:prstGeom prst="ellipse">
            <a:avLst/>
          </a:prstGeom>
          <a:solidFill>
            <a:srgbClr val="F1F7F3"/>
          </a:solidFill>
          <a:ln w="1016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2382012" y="193852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029968" y="2359152"/>
            <a:ext cx="112471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assets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130552" y="2761488"/>
            <a:ext cx="923544" cy="0"/>
          </a:xfrm>
          <a:prstGeom prst="line">
            <a:avLst/>
          </a:prstGeom>
          <a:noFill/>
          <a:ln w="1016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2048256" y="2880360"/>
            <a:ext cx="1088136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83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Contract, playbook, templates, source policy and sector registry are retrieved from the repository.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3493008" y="1371600"/>
            <a:ext cx="1417320" cy="24231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4605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3602736" y="1481328"/>
            <a:ext cx="329184" cy="329184"/>
          </a:xfrm>
          <a:prstGeom prst="ellipse">
            <a:avLst/>
          </a:prstGeom>
          <a:solidFill>
            <a:srgbClr val="006B3F"/>
          </a:solidFill>
          <a:ln w="1016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3602736" y="151790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991356" y="1874520"/>
            <a:ext cx="420624" cy="420624"/>
          </a:xfrm>
          <a:prstGeom prst="ellipse">
            <a:avLst/>
          </a:prstGeom>
          <a:solidFill>
            <a:srgbClr val="F1F7F3"/>
          </a:solidFill>
          <a:ln w="1016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3991356" y="193852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39312" y="2359152"/>
            <a:ext cx="112471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gathering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739896" y="2761488"/>
            <a:ext cx="923544" cy="0"/>
          </a:xfrm>
          <a:prstGeom prst="line">
            <a:avLst/>
          </a:prstGeom>
          <a:noFill/>
          <a:ln w="1016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3657600" y="2880360"/>
            <a:ext cx="1088136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83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sources are queried; URLs, dates, source tiers and extracted facts are recorded.</a:t>
            </a: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5102352" y="1371600"/>
            <a:ext cx="1417320" cy="24231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4605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5212080" y="1481328"/>
            <a:ext cx="329184" cy="329184"/>
          </a:xfrm>
          <a:prstGeom prst="ellipse">
            <a:avLst/>
          </a:prstGeom>
          <a:solidFill>
            <a:srgbClr val="006B3F"/>
          </a:solidFill>
          <a:ln w="1016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5212080" y="151790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600700" y="1874520"/>
            <a:ext cx="420624" cy="420624"/>
          </a:xfrm>
          <a:prstGeom prst="ellipse">
            <a:avLst/>
          </a:prstGeom>
          <a:solidFill>
            <a:srgbClr val="F1F7F3"/>
          </a:solidFill>
          <a:ln w="1016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5600700" y="193852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48656" y="2359152"/>
            <a:ext cx="112471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pack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349240" y="2761488"/>
            <a:ext cx="923544" cy="0"/>
          </a:xfrm>
          <a:prstGeom prst="line">
            <a:avLst/>
          </a:prstGeom>
          <a:noFill/>
          <a:ln w="1016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5266944" y="2880360"/>
            <a:ext cx="1088136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83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preserved evidence and a claim ledger can feed the report and slide synthesis.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6711696" y="1371600"/>
            <a:ext cx="1417320" cy="242316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4605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6821424" y="1481328"/>
            <a:ext cx="329184" cy="329184"/>
          </a:xfrm>
          <a:prstGeom prst="ellipse">
            <a:avLst/>
          </a:prstGeom>
          <a:solidFill>
            <a:srgbClr val="006B3F"/>
          </a:solidFill>
          <a:ln w="1016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6821424" y="151790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210044" y="1874520"/>
            <a:ext cx="420624" cy="420624"/>
          </a:xfrm>
          <a:prstGeom prst="ellipse">
            <a:avLst/>
          </a:prstGeom>
          <a:solidFill>
            <a:srgbClr val="F1F7F3"/>
          </a:solidFill>
          <a:ln w="1016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7210044" y="193852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858000" y="2359152"/>
            <a:ext cx="112471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deck generation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6958584" y="2761488"/>
            <a:ext cx="923544" cy="0"/>
          </a:xfrm>
          <a:prstGeom prst="line">
            <a:avLst/>
          </a:prstGeom>
          <a:noFill/>
          <a:ln w="1016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6876288" y="2880360"/>
            <a:ext cx="1088136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83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5-part sector structure is produced consistently across all 22 sectors.</a:t>
            </a:r>
            <a:endParaRPr lang="en-US" sz="840" dirty="0"/>
          </a:p>
        </p:txBody>
      </p:sp>
      <p:sp>
        <p:nvSpPr>
          <p:cNvPr id="54" name="Shape 52"/>
          <p:cNvSpPr/>
          <p:nvPr/>
        </p:nvSpPr>
        <p:spPr>
          <a:xfrm>
            <a:off x="8321040" y="1371600"/>
            <a:ext cx="1417320" cy="2423160"/>
          </a:xfrm>
          <a:prstGeom prst="roundRect">
            <a:avLst>
              <a:gd name="adj" fmla="val 7742"/>
            </a:avLst>
          </a:prstGeom>
          <a:solidFill>
            <a:srgbClr val="FFF6E5"/>
          </a:solidFill>
          <a:ln w="14605">
            <a:solidFill>
              <a:srgbClr val="B67A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8430768" y="1481328"/>
            <a:ext cx="329184" cy="329184"/>
          </a:xfrm>
          <a:prstGeom prst="ellipse">
            <a:avLst/>
          </a:prstGeom>
          <a:solidFill>
            <a:srgbClr val="B67A00"/>
          </a:solidFill>
          <a:ln w="10160">
            <a:solidFill>
              <a:srgbClr val="B67A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8430768" y="151790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819388" y="1874520"/>
            <a:ext cx="420624" cy="420624"/>
          </a:xfrm>
          <a:prstGeom prst="ellipse">
            <a:avLst/>
          </a:prstGeom>
          <a:solidFill>
            <a:srgbClr val="F1F7F3"/>
          </a:solidFill>
          <a:ln w="10160">
            <a:solidFill>
              <a:srgbClr val="B67A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8819388" y="1938528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6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467344" y="2359152"/>
            <a:ext cx="112471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delivery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8567928" y="2761488"/>
            <a:ext cx="923544" cy="0"/>
          </a:xfrm>
          <a:prstGeom prst="line">
            <a:avLst/>
          </a:prstGeom>
          <a:noFill/>
          <a:ln w="10160">
            <a:solidFill>
              <a:srgbClr val="B67A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8485632" y="2880360"/>
            <a:ext cx="1088136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83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Freshness, citation coverage, slide completeness, security checks and delivery receipt are verified.</a:t>
            </a:r>
            <a:endParaRPr lang="en-US" sz="840" dirty="0"/>
          </a:p>
        </p:txBody>
      </p:sp>
      <p:sp>
        <p:nvSpPr>
          <p:cNvPr id="62" name="Shape 60"/>
          <p:cNvSpPr/>
          <p:nvPr/>
        </p:nvSpPr>
        <p:spPr>
          <a:xfrm>
            <a:off x="10195560" y="1307592"/>
            <a:ext cx="324612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460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10195560" y="1307592"/>
            <a:ext cx="3246120" cy="438912"/>
          </a:xfrm>
          <a:prstGeom prst="roundRect">
            <a:avLst>
              <a:gd name="adj" fmla="val 25000"/>
            </a:avLst>
          </a:prstGeom>
          <a:solidFill>
            <a:srgbClr val="006B3F"/>
          </a:solidFill>
          <a:ln w="1016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10387584" y="142646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built into the run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10405872" y="1901952"/>
            <a:ext cx="256032" cy="256032"/>
          </a:xfrm>
          <a:prstGeom prst="ellipse">
            <a:avLst/>
          </a:prstGeom>
          <a:solidFill>
            <a:srgbClr val="F1F7F3"/>
          </a:solidFill>
          <a:ln w="1016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/>
          <p:nvPr/>
        </p:nvSpPr>
        <p:spPr>
          <a:xfrm>
            <a:off x="10451592" y="194310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10771632" y="18745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evidence pack</a:t>
            </a:r>
            <a:endParaRPr lang="en-US" sz="890" dirty="0"/>
          </a:p>
        </p:txBody>
      </p:sp>
      <p:sp>
        <p:nvSpPr>
          <p:cNvPr id="68" name="Text 66"/>
          <p:cNvSpPr/>
          <p:nvPr/>
        </p:nvSpPr>
        <p:spPr>
          <a:xfrm>
            <a:off x="10771632" y="205740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83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final report generation</a:t>
            </a:r>
            <a:endParaRPr lang="en-US" sz="830" dirty="0"/>
          </a:p>
        </p:txBody>
      </p:sp>
      <p:sp>
        <p:nvSpPr>
          <p:cNvPr id="69" name="Shape 67"/>
          <p:cNvSpPr/>
          <p:nvPr/>
        </p:nvSpPr>
        <p:spPr>
          <a:xfrm>
            <a:off x="10378440" y="2295144"/>
            <a:ext cx="2788920" cy="0"/>
          </a:xfrm>
          <a:prstGeom prst="line">
            <a:avLst/>
          </a:prstGeom>
          <a:noFill/>
          <a:ln w="571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68"/>
          <p:cNvSpPr/>
          <p:nvPr/>
        </p:nvSpPr>
        <p:spPr>
          <a:xfrm>
            <a:off x="10405872" y="2423160"/>
            <a:ext cx="256032" cy="256032"/>
          </a:xfrm>
          <a:prstGeom prst="ellipse">
            <a:avLst/>
          </a:prstGeom>
          <a:solidFill>
            <a:srgbClr val="F1F7F3"/>
          </a:solidFill>
          <a:ln w="1016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ext 69"/>
          <p:cNvSpPr/>
          <p:nvPr/>
        </p:nvSpPr>
        <p:spPr>
          <a:xfrm>
            <a:off x="10451592" y="246430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10771632" y="23957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passed checks</a:t>
            </a:r>
            <a:endParaRPr lang="en-US" sz="890" dirty="0"/>
          </a:p>
        </p:txBody>
      </p:sp>
      <p:sp>
        <p:nvSpPr>
          <p:cNvPr id="73" name="Text 71"/>
          <p:cNvSpPr/>
          <p:nvPr/>
        </p:nvSpPr>
        <p:spPr>
          <a:xfrm>
            <a:off x="10771632" y="257860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83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delivery announcement</a:t>
            </a:r>
            <a:endParaRPr lang="en-US" sz="830" dirty="0"/>
          </a:p>
        </p:txBody>
      </p:sp>
      <p:sp>
        <p:nvSpPr>
          <p:cNvPr id="74" name="Shape 72"/>
          <p:cNvSpPr/>
          <p:nvPr/>
        </p:nvSpPr>
        <p:spPr>
          <a:xfrm>
            <a:off x="10378440" y="2816352"/>
            <a:ext cx="2788920" cy="0"/>
          </a:xfrm>
          <a:prstGeom prst="line">
            <a:avLst/>
          </a:prstGeom>
          <a:noFill/>
          <a:ln w="571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3"/>
          <p:cNvSpPr/>
          <p:nvPr/>
        </p:nvSpPr>
        <p:spPr>
          <a:xfrm>
            <a:off x="10405872" y="2944368"/>
            <a:ext cx="256032" cy="256032"/>
          </a:xfrm>
          <a:prstGeom prst="ellipse">
            <a:avLst/>
          </a:prstGeom>
          <a:solidFill>
            <a:srgbClr val="F1F7F3"/>
          </a:solidFill>
          <a:ln w="1016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74"/>
          <p:cNvSpPr/>
          <p:nvPr/>
        </p:nvSpPr>
        <p:spPr>
          <a:xfrm>
            <a:off x="10451592" y="298551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0771632" y="291693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Exceptions</a:t>
            </a:r>
            <a:endParaRPr lang="en-US" sz="890" dirty="0"/>
          </a:p>
        </p:txBody>
      </p:sp>
      <p:sp>
        <p:nvSpPr>
          <p:cNvPr id="78" name="Text 76"/>
          <p:cNvSpPr/>
          <p:nvPr/>
        </p:nvSpPr>
        <p:spPr>
          <a:xfrm>
            <a:off x="10771632" y="309981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83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 / needs-review state</a:t>
            </a:r>
            <a:endParaRPr lang="en-US" sz="830" dirty="0"/>
          </a:p>
        </p:txBody>
      </p:sp>
      <p:sp>
        <p:nvSpPr>
          <p:cNvPr id="79" name="Shape 77"/>
          <p:cNvSpPr/>
          <p:nvPr/>
        </p:nvSpPr>
        <p:spPr>
          <a:xfrm>
            <a:off x="10378440" y="3337560"/>
            <a:ext cx="2788920" cy="0"/>
          </a:xfrm>
          <a:prstGeom prst="line">
            <a:avLst/>
          </a:prstGeom>
          <a:noFill/>
          <a:ln w="571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Shape 78"/>
          <p:cNvSpPr/>
          <p:nvPr/>
        </p:nvSpPr>
        <p:spPr>
          <a:xfrm>
            <a:off x="10405872" y="3465576"/>
            <a:ext cx="256032" cy="256032"/>
          </a:xfrm>
          <a:prstGeom prst="ellipse">
            <a:avLst/>
          </a:prstGeom>
          <a:solidFill>
            <a:srgbClr val="F1F7F3"/>
          </a:solidFill>
          <a:ln w="1016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Text 79"/>
          <p:cNvSpPr/>
          <p:nvPr/>
        </p:nvSpPr>
        <p:spPr>
          <a:xfrm>
            <a:off x="10451592" y="350672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10771632" y="343814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</a:t>
            </a:r>
            <a:endParaRPr lang="en-US" sz="890" dirty="0"/>
          </a:p>
        </p:txBody>
      </p:sp>
      <p:sp>
        <p:nvSpPr>
          <p:cNvPr id="83" name="Text 81"/>
          <p:cNvSpPr/>
          <p:nvPr/>
        </p:nvSpPr>
        <p:spPr>
          <a:xfrm>
            <a:off x="10771632" y="362102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83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ID, source register, hashes, manifest</a:t>
            </a:r>
            <a:endParaRPr lang="en-US" sz="830" dirty="0"/>
          </a:p>
        </p:txBody>
      </p:sp>
      <p:sp>
        <p:nvSpPr>
          <p:cNvPr id="84" name="Shape 82"/>
          <p:cNvSpPr/>
          <p:nvPr/>
        </p:nvSpPr>
        <p:spPr>
          <a:xfrm>
            <a:off x="274320" y="4160520"/>
            <a:ext cx="9720072" cy="786384"/>
          </a:xfrm>
          <a:prstGeom prst="roundRect">
            <a:avLst>
              <a:gd name="adj" fmla="val 13953"/>
            </a:avLst>
          </a:prstGeom>
          <a:solidFill>
            <a:srgbClr val="F1F7F3"/>
          </a:solidFill>
          <a:ln w="14605">
            <a:solidFill>
              <a:srgbClr val="D8DE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Text 83"/>
          <p:cNvSpPr/>
          <p:nvPr/>
        </p:nvSpPr>
        <p:spPr>
          <a:xfrm>
            <a:off x="566928" y="440740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sector request</a:t>
            </a:r>
            <a:endParaRPr lang="en-US" sz="970" dirty="0"/>
          </a:p>
        </p:txBody>
      </p:sp>
      <p:sp>
        <p:nvSpPr>
          <p:cNvPr id="86" name="Text 84"/>
          <p:cNvSpPr/>
          <p:nvPr/>
        </p:nvSpPr>
        <p:spPr>
          <a:xfrm>
            <a:off x="2221992" y="433425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600" dirty="0"/>
          </a:p>
        </p:txBody>
      </p:sp>
      <p:sp>
        <p:nvSpPr>
          <p:cNvPr id="87" name="Text 85"/>
          <p:cNvSpPr/>
          <p:nvPr/>
        </p:nvSpPr>
        <p:spPr>
          <a:xfrm>
            <a:off x="2697480" y="440740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Version-controlled methodology</a:t>
            </a:r>
            <a:endParaRPr lang="en-US" sz="970" dirty="0"/>
          </a:p>
        </p:txBody>
      </p:sp>
      <p:sp>
        <p:nvSpPr>
          <p:cNvPr id="88" name="Text 86"/>
          <p:cNvSpPr/>
          <p:nvPr/>
        </p:nvSpPr>
        <p:spPr>
          <a:xfrm>
            <a:off x="4727448" y="433425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600" dirty="0"/>
          </a:p>
        </p:txBody>
      </p:sp>
      <p:sp>
        <p:nvSpPr>
          <p:cNvPr id="89" name="Text 87"/>
          <p:cNvSpPr/>
          <p:nvPr/>
        </p:nvSpPr>
        <p:spPr>
          <a:xfrm>
            <a:off x="5230368" y="440740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Evidence-led synthesis</a:t>
            </a:r>
            <a:endParaRPr lang="en-US" sz="970" dirty="0"/>
          </a:p>
        </p:txBody>
      </p:sp>
      <p:sp>
        <p:nvSpPr>
          <p:cNvPr id="90" name="Text 88"/>
          <p:cNvSpPr/>
          <p:nvPr/>
        </p:nvSpPr>
        <p:spPr>
          <a:xfrm>
            <a:off x="6922008" y="433425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600" dirty="0"/>
          </a:p>
        </p:txBody>
      </p:sp>
      <p:sp>
        <p:nvSpPr>
          <p:cNvPr id="91" name="Text 89"/>
          <p:cNvSpPr/>
          <p:nvPr/>
        </p:nvSpPr>
        <p:spPr>
          <a:xfrm>
            <a:off x="7388352" y="43159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sector deck</a:t>
            </a:r>
            <a:endParaRPr lang="en-US" sz="1020" dirty="0"/>
          </a:p>
        </p:txBody>
      </p:sp>
      <p:sp>
        <p:nvSpPr>
          <p:cNvPr id="92" name="Text 90"/>
          <p:cNvSpPr/>
          <p:nvPr/>
        </p:nvSpPr>
        <p:spPr>
          <a:xfrm>
            <a:off x="7388352" y="455371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5C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/ PDF + evidence pack + manifest</a:t>
            </a:r>
            <a:endParaRPr lang="en-US" sz="820" dirty="0"/>
          </a:p>
        </p:txBody>
      </p:sp>
      <p:sp>
        <p:nvSpPr>
          <p:cNvPr id="93" name="Shape 91"/>
          <p:cNvSpPr/>
          <p:nvPr/>
        </p:nvSpPr>
        <p:spPr>
          <a:xfrm>
            <a:off x="10195560" y="4315968"/>
            <a:ext cx="324612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4605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Text 92"/>
          <p:cNvSpPr/>
          <p:nvPr/>
        </p:nvSpPr>
        <p:spPr>
          <a:xfrm>
            <a:off x="10378440" y="448056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uses the same 5-part structure</a:t>
            </a:r>
            <a:endParaRPr lang="en-US" sz="980" dirty="0"/>
          </a:p>
        </p:txBody>
      </p:sp>
      <p:sp>
        <p:nvSpPr>
          <p:cNvPr id="95" name="Text 93"/>
          <p:cNvSpPr/>
          <p:nvPr/>
        </p:nvSpPr>
        <p:spPr>
          <a:xfrm>
            <a:off x="10387584" y="4736592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83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  |  Impact  |  Case Study  |  Scenarios  |  Mitigations</a:t>
            </a:r>
            <a:endParaRPr lang="en-US" sz="760" dirty="0"/>
          </a:p>
        </p:txBody>
      </p:sp>
      <p:sp>
        <p:nvSpPr>
          <p:cNvPr id="96" name="Shape 94"/>
          <p:cNvSpPr/>
          <p:nvPr/>
        </p:nvSpPr>
        <p:spPr>
          <a:xfrm>
            <a:off x="256032" y="5504688"/>
            <a:ext cx="13185648" cy="502920"/>
          </a:xfrm>
          <a:prstGeom prst="roundRect">
            <a:avLst>
              <a:gd name="adj" fmla="val 18182"/>
            </a:avLst>
          </a:prstGeom>
          <a:solidFill>
            <a:srgbClr val="006B3F"/>
          </a:solidFill>
          <a:ln w="762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7" name="Text 95"/>
          <p:cNvSpPr/>
          <p:nvPr/>
        </p:nvSpPr>
        <p:spPr>
          <a:xfrm>
            <a:off x="566928" y="5650992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across 22 sectors: repeatable inputs, comparable outputs, controlled evidence and traceable delivery.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10085832" y="566013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60" dirty="0">
                <a:solidFill>
                  <a:srgbClr val="E5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→ Evidence → Synthesis → Validation → Delivery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Microsoft Office PowerPoint</Application>
  <PresentationFormat>Custom</PresentationFormat>
  <Paragraphs>53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Sectoral Cyber Analysis Automation — Production Flow</dc:title>
  <dc:subject>Sectoral Cyber Analysis Automation Process</dc:subject>
  <dc:creator>OpenAI</dc:creator>
  <cp:lastModifiedBy>Pagna Disso, Jules</cp:lastModifiedBy>
  <cp:revision>2</cp:revision>
  <dcterms:created xsi:type="dcterms:W3CDTF">2026-08-18T11:31:18Z</dcterms:created>
  <dcterms:modified xsi:type="dcterms:W3CDTF">2026-08-18T11:35:00Z</dcterms:modified>
</cp:coreProperties>
</file>